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21"/>
  </p:notesMasterIdLst>
  <p:handoutMasterIdLst>
    <p:handoutMasterId r:id="rId22"/>
  </p:handoutMasterIdLst>
  <p:sldIdLst>
    <p:sldId id="256" r:id="rId2"/>
    <p:sldId id="943" r:id="rId3"/>
    <p:sldId id="988" r:id="rId4"/>
    <p:sldId id="990" r:id="rId5"/>
    <p:sldId id="991" r:id="rId6"/>
    <p:sldId id="992" r:id="rId7"/>
    <p:sldId id="993" r:id="rId8"/>
    <p:sldId id="994" r:id="rId9"/>
    <p:sldId id="995" r:id="rId10"/>
    <p:sldId id="996" r:id="rId11"/>
    <p:sldId id="997" r:id="rId12"/>
    <p:sldId id="998" r:id="rId13"/>
    <p:sldId id="999" r:id="rId14"/>
    <p:sldId id="1000" r:id="rId15"/>
    <p:sldId id="1004" r:id="rId16"/>
    <p:sldId id="1001" r:id="rId17"/>
    <p:sldId id="1002" r:id="rId18"/>
    <p:sldId id="1003" r:id="rId19"/>
    <p:sldId id="1005" r:id="rId20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6" autoAdjust="0"/>
    <p:restoredTop sz="96797" autoAdjust="0"/>
  </p:normalViewPr>
  <p:slideViewPr>
    <p:cSldViewPr snapToGrid="0">
      <p:cViewPr varScale="1">
        <p:scale>
          <a:sx n="84" d="100"/>
          <a:sy n="84" d="100"/>
        </p:scale>
        <p:origin x="147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-36575"/>
            <a:ext cx="5894348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EE-2011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Department 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46" y="-1100674"/>
            <a:ext cx="8097380" cy="768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3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Probability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1" y="2200672"/>
            <a:ext cx="7886700" cy="10957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34065"/>
            <a:ext cx="8315226" cy="112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99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11" y="454029"/>
            <a:ext cx="8611802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87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4" y="265224"/>
            <a:ext cx="7568172" cy="552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8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46" y="571309"/>
            <a:ext cx="8299801" cy="448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0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05" y="430756"/>
            <a:ext cx="8672225" cy="15767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422347"/>
            <a:ext cx="8185060" cy="247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27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29" y="1158978"/>
            <a:ext cx="8110527" cy="245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13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2913"/>
            <a:ext cx="8401728" cy="456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0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35" y="519121"/>
            <a:ext cx="8846243" cy="375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25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516890"/>
            <a:ext cx="7970861" cy="350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9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5" y="892447"/>
            <a:ext cx="8915497" cy="244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2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38906"/>
            <a:ext cx="8110728" cy="365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09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12207"/>
            <a:ext cx="8551266" cy="272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4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75978"/>
          <a:stretch/>
        </p:blipFill>
        <p:spPr>
          <a:xfrm>
            <a:off x="566928" y="609907"/>
            <a:ext cx="7918418" cy="100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6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09907"/>
            <a:ext cx="7918418" cy="419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58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83" y="504417"/>
            <a:ext cx="8659433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37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47" y="573395"/>
            <a:ext cx="8953901" cy="39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89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An </a:t>
            </a:r>
            <a:r>
              <a:rPr lang="en-US" dirty="0"/>
              <a:t>urn contains 15 red, 20 green and 15 blue balls. Three balls are selected at random from the urn, without replacement. Let R represent the event that the first marble drawn is red, G represents the event that the second marble drawn is green and B represents the event that the third marble drawn is blue. Find the probability of the occurrence of R∩G∩B.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58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10163</TotalTime>
  <Words>94</Words>
  <Application>Microsoft Office PowerPoint</Application>
  <PresentationFormat>On-screen Show (4:3)</PresentationFormat>
  <Paragraphs>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Probability &amp; Random Processes EE-2011 Department of Electrical Engineering</vt:lpstr>
      <vt:lpstr>PowerPoint Presentation</vt:lpstr>
      <vt:lpstr>Conditional Probability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question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HP</cp:lastModifiedBy>
  <cp:revision>874</cp:revision>
  <cp:lastPrinted>2017-08-04T10:23:33Z</cp:lastPrinted>
  <dcterms:created xsi:type="dcterms:W3CDTF">2017-07-19T17:50:20Z</dcterms:created>
  <dcterms:modified xsi:type="dcterms:W3CDTF">2026-02-02T07:49:53Z</dcterms:modified>
</cp:coreProperties>
</file>