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3"/>
  </p:notesMasterIdLst>
  <p:handoutMasterIdLst>
    <p:handoutMasterId r:id="rId24"/>
  </p:handoutMasterIdLst>
  <p:sldIdLst>
    <p:sldId id="256" r:id="rId2"/>
    <p:sldId id="948" r:id="rId3"/>
    <p:sldId id="946" r:id="rId4"/>
    <p:sldId id="947" r:id="rId5"/>
    <p:sldId id="949" r:id="rId6"/>
    <p:sldId id="950" r:id="rId7"/>
    <p:sldId id="951" r:id="rId8"/>
    <p:sldId id="952" r:id="rId9"/>
    <p:sldId id="953" r:id="rId10"/>
    <p:sldId id="954" r:id="rId11"/>
    <p:sldId id="955" r:id="rId12"/>
    <p:sldId id="956" r:id="rId13"/>
    <p:sldId id="957" r:id="rId14"/>
    <p:sldId id="963" r:id="rId15"/>
    <p:sldId id="958" r:id="rId16"/>
    <p:sldId id="959" r:id="rId17"/>
    <p:sldId id="960" r:id="rId18"/>
    <p:sldId id="961" r:id="rId19"/>
    <p:sldId id="964" r:id="rId20"/>
    <p:sldId id="962" r:id="rId21"/>
    <p:sldId id="965" r:id="rId22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6" autoAdjust="0"/>
    <p:restoredTop sz="96797" autoAdjust="0"/>
  </p:normalViewPr>
  <p:slideViewPr>
    <p:cSldViewPr snapToGrid="0">
      <p:cViewPr varScale="1">
        <p:scale>
          <a:sx n="84" d="100"/>
          <a:sy n="84" d="100"/>
        </p:scale>
        <p:origin x="14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894348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402"/>
          <a:stretch/>
        </p:blipFill>
        <p:spPr>
          <a:xfrm>
            <a:off x="472613" y="594361"/>
            <a:ext cx="826083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8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#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80987"/>
            <a:ext cx="7886700" cy="40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1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2.2 Events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1814462"/>
            <a:ext cx="7886700" cy="227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184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011680" y="874649"/>
            <a:ext cx="50482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1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704677"/>
            <a:ext cx="8602036" cy="405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2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72567"/>
            <a:ext cx="7679989" cy="472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50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06" y="1174701"/>
            <a:ext cx="8985494" cy="36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0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754571"/>
            <a:ext cx="8171503" cy="405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8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785794"/>
            <a:ext cx="8162741" cy="424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77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78371"/>
            <a:ext cx="6357534" cy="588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59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871847" cy="570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2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" y="788215"/>
            <a:ext cx="7952509" cy="31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26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86" y="1511149"/>
            <a:ext cx="8609465" cy="3627779"/>
          </a:xfrm>
          <a:prstGeom prst="rect">
            <a:avLst/>
          </a:prstGeom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292659"/>
            <a:ext cx="200086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♥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♦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Diamonds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♠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Spades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♣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Clubs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13</a:t>
            </a:r>
          </a:p>
        </p:txBody>
      </p:sp>
    </p:spTree>
    <p:extLst>
      <p:ext uri="{BB962C8B-B14F-4D97-AF65-F5344CB8AC3E}">
        <p14:creationId xmlns:p14="http://schemas.microsoft.com/office/powerpoint/2010/main" val="2843075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2.4 Probability of an event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04" y="2286001"/>
            <a:ext cx="8820173" cy="286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8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640"/>
          <a:stretch/>
        </p:blipFill>
        <p:spPr>
          <a:xfrm>
            <a:off x="384048" y="987551"/>
            <a:ext cx="8551377" cy="35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1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8943"/>
          <a:stretch/>
        </p:blipFill>
        <p:spPr>
          <a:xfrm>
            <a:off x="156793" y="726310"/>
            <a:ext cx="8614008" cy="414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07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Question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718" y="2243224"/>
            <a:ext cx="7078184" cy="250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3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69" y="2843784"/>
            <a:ext cx="8910063" cy="138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230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3351" y="1668666"/>
            <a:ext cx="5724145" cy="352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448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968" y="1825625"/>
            <a:ext cx="63620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08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9483</TotalTime>
  <Words>46</Words>
  <Application>Microsoft Office PowerPoint</Application>
  <PresentationFormat>On-screen Show (4:3)</PresentationFormat>
  <Paragraphs>19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PowerPoint Presentation</vt:lpstr>
      <vt:lpstr>Chapter # 2</vt:lpstr>
      <vt:lpstr>2.2 Events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2.4 Probability of an event</vt:lpstr>
      <vt:lpstr>PowerPoint Presentation</vt:lpstr>
      <vt:lpstr>PowerPoint Presentation</vt:lpstr>
      <vt:lpstr>Practice Question</vt:lpstr>
      <vt:lpstr>Solution</vt:lpstr>
      <vt:lpstr>Practice Question</vt:lpstr>
      <vt:lpstr>Solution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HP</cp:lastModifiedBy>
  <cp:revision>822</cp:revision>
  <cp:lastPrinted>2017-08-04T10:23:33Z</cp:lastPrinted>
  <dcterms:created xsi:type="dcterms:W3CDTF">2017-07-19T17:50:20Z</dcterms:created>
  <dcterms:modified xsi:type="dcterms:W3CDTF">2026-01-21T10:16:23Z</dcterms:modified>
</cp:coreProperties>
</file>