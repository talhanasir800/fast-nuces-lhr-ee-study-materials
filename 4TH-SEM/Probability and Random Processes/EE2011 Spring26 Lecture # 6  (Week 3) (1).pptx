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20"/>
  </p:notesMasterIdLst>
  <p:handoutMasterIdLst>
    <p:handoutMasterId r:id="rId21"/>
  </p:handoutMasterIdLst>
  <p:sldIdLst>
    <p:sldId id="256" r:id="rId2"/>
    <p:sldId id="943" r:id="rId3"/>
    <p:sldId id="944" r:id="rId4"/>
    <p:sldId id="945" r:id="rId5"/>
    <p:sldId id="946" r:id="rId6"/>
    <p:sldId id="948" r:id="rId7"/>
    <p:sldId id="947" r:id="rId8"/>
    <p:sldId id="949" r:id="rId9"/>
    <p:sldId id="950" r:id="rId10"/>
    <p:sldId id="951" r:id="rId11"/>
    <p:sldId id="952" r:id="rId12"/>
    <p:sldId id="953" r:id="rId13"/>
    <p:sldId id="954" r:id="rId14"/>
    <p:sldId id="955" r:id="rId15"/>
    <p:sldId id="956" r:id="rId16"/>
    <p:sldId id="957" r:id="rId17"/>
    <p:sldId id="958" r:id="rId18"/>
    <p:sldId id="959" r:id="rId19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66" autoAdjust="0"/>
    <p:restoredTop sz="96797" autoAdjust="0"/>
  </p:normalViewPr>
  <p:slideViewPr>
    <p:cSldViewPr snapToGrid="0">
      <p:cViewPr varScale="1">
        <p:scale>
          <a:sx n="84" d="100"/>
          <a:sy n="84" d="100"/>
        </p:scale>
        <p:origin x="147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2/4/2026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2/4/2026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-36575"/>
            <a:ext cx="5894348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EE-2011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Department 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446" y="-1100674"/>
            <a:ext cx="8097380" cy="768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138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Counting Sample Points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2511194"/>
            <a:ext cx="7886700" cy="298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29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7" y="161230"/>
            <a:ext cx="6658949" cy="603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431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89145"/>
            <a:ext cx="7822868" cy="5470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47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b="82170"/>
          <a:stretch/>
        </p:blipFill>
        <p:spPr>
          <a:xfrm>
            <a:off x="315085" y="300175"/>
            <a:ext cx="8221222" cy="62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78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85" y="300174"/>
            <a:ext cx="8221222" cy="34961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595" y="3622601"/>
            <a:ext cx="6468378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39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43" y="389639"/>
            <a:ext cx="7706801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597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87" y="351390"/>
            <a:ext cx="8116433" cy="3905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6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47" y="623448"/>
            <a:ext cx="8068801" cy="356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628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8288"/>
            <a:ext cx="7610600" cy="5934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945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51" y="734913"/>
            <a:ext cx="7878274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07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085" y="900891"/>
            <a:ext cx="8002117" cy="249589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368" y="3517732"/>
            <a:ext cx="6430272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62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935" y="927080"/>
            <a:ext cx="7611537" cy="3924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9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Total Probability Theorem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6743" y="1825625"/>
            <a:ext cx="695051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39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Probability Theorem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626" y="1996001"/>
            <a:ext cx="7144747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6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b="77438"/>
          <a:stretch/>
        </p:blipFill>
        <p:spPr>
          <a:xfrm>
            <a:off x="694944" y="694736"/>
            <a:ext cx="7744090" cy="122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950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" y="54656"/>
            <a:ext cx="7744090" cy="543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085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10373</TotalTime>
  <Words>23</Words>
  <Application>Microsoft Office PowerPoint</Application>
  <PresentationFormat>On-screen Show (4:3)</PresentationFormat>
  <Paragraphs>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Probability &amp; Random Processes EE-2011 Department of Electrical Engineering</vt:lpstr>
      <vt:lpstr>PowerPoint Presentation</vt:lpstr>
      <vt:lpstr>Counting Sample Points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Total Probability Theorem</vt:lpstr>
      <vt:lpstr>Total Probability Theorem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HP</cp:lastModifiedBy>
  <cp:revision>893</cp:revision>
  <cp:lastPrinted>2017-08-04T10:23:33Z</cp:lastPrinted>
  <dcterms:created xsi:type="dcterms:W3CDTF">2017-07-19T17:50:20Z</dcterms:created>
  <dcterms:modified xsi:type="dcterms:W3CDTF">2026-02-04T07:39:30Z</dcterms:modified>
</cp:coreProperties>
</file>